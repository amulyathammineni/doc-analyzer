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5F9A"/>
          </a:solidFill>
          <a:ln w="12700">
            <a:solidFill>
              <a:srgbClr val="1E5F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Document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Extraction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Hackathon 2026 — Track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971800"/>
            <a:ext cx="3657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Thammineni Naga Amulya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· Docker · FastAPI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doc-analyzer-production-1e83.up.railway.app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73152" cy="1005840"/>
          </a:xfrm>
          <a:prstGeom prst="rect">
            <a:avLst/>
          </a:prstGeom>
          <a:solidFill>
            <a:srgbClr val="1E5F9A"/>
          </a:solidFill>
          <a:ln w="12700">
            <a:solidFill>
              <a:srgbClr val="1E5F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intelligent document processing system that can extract, analyse, and summarise content from various document formats (PDF, DOCX, image with text).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78892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788920"/>
            <a:ext cx="73152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support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and Image (via OCR)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78892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788920"/>
            <a:ext cx="73152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summarisation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summary of document content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4904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49040"/>
            <a:ext cx="73152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" y="4114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dates, organizations, amounts, locations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74904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749040"/>
            <a:ext cx="73152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4114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Neutral / Negative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1554480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base64 file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92808" y="1709928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93976" y="1609344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1280160"/>
            <a:ext cx="1554480" cy="914400"/>
          </a:xfrm>
          <a:prstGeom prst="rect">
            <a:avLst/>
          </a:prstGeom>
          <a:solidFill>
            <a:srgbClr val="1E5F9A"/>
          </a:solidFill>
          <a:ln w="12700">
            <a:solidFill>
              <a:srgbClr val="1E5F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17190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Routing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75888" y="1709928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77056" y="1609344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86200" y="1280160"/>
            <a:ext cx="15544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8620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86200" y="17190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PyMuPDF/docx/OCR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58968" y="1709928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0136" y="1609344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1280160"/>
            <a:ext cx="1554480" cy="914400"/>
          </a:xfrm>
          <a:prstGeom prst="rect">
            <a:avLst/>
          </a:prstGeom>
          <a:solidFill>
            <a:srgbClr val="E59F26"/>
          </a:solidFill>
          <a:ln w="12700">
            <a:solidFill>
              <a:srgbClr val="E59F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17190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42048" y="1709928"/>
            <a:ext cx="2560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43216" y="1609344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52360" y="1280160"/>
            <a:ext cx="155448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5236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52360" y="17190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Detail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20040" y="28346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834640"/>
            <a:ext cx="2651760" cy="347472"/>
          </a:xfrm>
          <a:prstGeom prst="rect">
            <a:avLst/>
          </a:prstGeom>
          <a:solidFill>
            <a:srgbClr val="1E5F9A"/>
          </a:solidFill>
          <a:ln w="12700">
            <a:solidFill>
              <a:srgbClr val="1E5F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834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" y="3246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iterates all pages and extracts raw text with layout preservation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54680" y="28346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54680" y="2834640"/>
            <a:ext cx="26517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54680" y="2834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46120" y="3246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reads all paragraphs and table cells from the document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28346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89320" y="2834640"/>
            <a:ext cx="265176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2834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080760" y="3246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 with --psm 6 mode extracts text from image files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164592" cy="685800"/>
          </a:xfrm>
          <a:prstGeom prst="rect">
            <a:avLst/>
          </a:prstGeom>
          <a:solidFill>
            <a:srgbClr val="1E5F9A"/>
          </a:solidFill>
          <a:ln w="12700">
            <a:solidFill>
              <a:srgbClr val="1E5F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795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1463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11680"/>
            <a:ext cx="164592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0482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2331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80360"/>
            <a:ext cx="164592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9169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Extraction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" y="3200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74904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49040"/>
            <a:ext cx="164592" cy="685800"/>
          </a:xfrm>
          <a:prstGeom prst="rect">
            <a:avLst/>
          </a:prstGeom>
          <a:solidFill>
            <a:srgbClr val="E59F26"/>
          </a:solidFill>
          <a:ln w="12700">
            <a:solidFill>
              <a:srgbClr val="E59F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7856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(Image)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" y="40690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+ pytesseract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14300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143000"/>
            <a:ext cx="164592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1795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10912" y="1463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01168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011680"/>
            <a:ext cx="16459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0482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10912" y="2331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(REST calls)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288036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880360"/>
            <a:ext cx="164592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29169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10912" y="3200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on Railway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374904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749040"/>
            <a:ext cx="164592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37856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10912" y="40690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9144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Python 3.9 Compatibility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Google Generative AI library had DLL errors on Python 3.9. Switched to direct Gemini REST API calls using httpx — no library needed.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57400"/>
            <a:ext cx="91440" cy="822960"/>
          </a:xfrm>
          <a:prstGeom prst="rect">
            <a:avLst/>
          </a:prstGeom>
          <a:solidFill>
            <a:srgbClr val="E59F26"/>
          </a:solidFill>
          <a:ln w="12700">
            <a:solidFill>
              <a:srgbClr val="E59F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939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Environment Variable Loading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048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load_dotenv() was overriding Railway's injected variables. Fixed by using os.environ.get() directly instead of dotenv.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91440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54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Gemini API Rate Limits (429)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3649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Free tier Gemini key exhausted quickly during testing. Solution: created a new API key from a fresh Google account.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977640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977640"/>
            <a:ext cx="9144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142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Gemini Model Name (403/404)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3251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Multiple model name changes (1.5-flash → 2.0-flash → 2.5-flash). Made model name configurable via Railway environment variable.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Demo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38404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E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</a:t>
            </a:r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"success"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6824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E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"fileName": </a:t>
            </a:r>
            <a:pPr indent="0" marL="0">
              <a:buNone/>
            </a:pPr>
            <a:r>
              <a:rPr lang="en-US" sz="1050" dirty="0">
                <a:solidFill>
                  <a:srgbClr val="E59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"resume.pdf"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E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 </a:t>
            </a:r>
            <a:pPr indent="0" marL="0">
              <a:buNone/>
            </a:pPr>
            <a:r>
              <a:rPr lang="en-US" sz="1050" dirty="0">
                <a:solidFill>
                  <a:srgbClr val="E59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"Resume of Thammineni Naga Amulya, CSE student..."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"entities": 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E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"names": </a:t>
            </a:r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["Thammineni Naga Amulya"]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852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E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"dates": </a:t>
            </a:r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["2022", "2026", "Dec 2025"]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455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E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"organizations": </a:t>
            </a:r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["GUVI", "Malla Reddy College"]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4381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E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"amounts": </a:t>
            </a:r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["9.46/10.00", "95.6%"]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730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E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"sentiment": </a:t>
            </a:r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"Positive"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315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5F9A"/>
          </a:solidFill>
          <a:ln w="12700">
            <a:solidFill>
              <a:srgbClr val="1E5F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560320" cy="1463040"/>
          </a:xfrm>
          <a:prstGeom prst="rect">
            <a:avLst/>
          </a:prstGeom>
          <a:solidFill>
            <a:srgbClr val="1B3A5C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5603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560320" cy="1463040"/>
          </a:xfrm>
          <a:prstGeom prst="rect">
            <a:avLst/>
          </a:prstGeom>
          <a:solidFill>
            <a:srgbClr val="1B3A5C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34440"/>
            <a:ext cx="2560320" cy="73152"/>
          </a:xfrm>
          <a:prstGeom prst="rect">
            <a:avLst/>
          </a:prstGeom>
          <a:solidFill>
            <a:srgbClr val="1E5F9A"/>
          </a:solidFill>
          <a:ln w="12700">
            <a:solidFill>
              <a:srgbClr val="1E5F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71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5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29184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560320" cy="1463040"/>
          </a:xfrm>
          <a:prstGeom prst="rect">
            <a:avLst/>
          </a:prstGeom>
          <a:solidFill>
            <a:srgbClr val="1B3A5C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34440"/>
            <a:ext cx="25603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371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12648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Successfully deployed live API on Railway with Docker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758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Handles PDF, DOCX, and image files dynamically — no hardcoded responses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05993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Single Gemini API call returns summary, entities, and sentiment simultaneously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439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API key authentication with proper 401 rejection for invalid requests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5F9A"/>
          </a:solidFill>
          <a:ln w="12700">
            <a:solidFill>
              <a:srgbClr val="1E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5F9A"/>
          </a:solidFill>
          <a:ln w="12700">
            <a:solidFill>
              <a:srgbClr val="1E5F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0"/>
            <a:ext cx="2743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514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Thammineni Naga Amulya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926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Hackathon 2026 — Track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474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https://doc-analyzer-production-1e83.up.railway.app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3840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https://github.com/AmulyaThammineni/doc-analyzer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Document Analysis &amp; Extraction</dc:title>
  <dc:subject>PptxGenJS Presentation</dc:subject>
  <dc:creator>PptxGenJS</dc:creator>
  <cp:lastModifiedBy>PptxGenJS</cp:lastModifiedBy>
  <cp:revision>1</cp:revision>
  <dcterms:created xsi:type="dcterms:W3CDTF">2026-04-03T09:52:30Z</dcterms:created>
  <dcterms:modified xsi:type="dcterms:W3CDTF">2026-04-03T09:52:30Z</dcterms:modified>
</cp:coreProperties>
</file>